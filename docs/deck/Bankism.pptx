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4399e1-15f6-70ec-2923-b823f8e814a1}">
          <p14:sldIdLst>
            <p14:sldId id="256"/>
          </p14:sldIdLst>
        </p14:section>
        <p14:section name="Problem" id="{cbb28fa0-0dd6-315d-2d6f-07b0bbd6879e}">
          <p14:sldIdLst>
            <p14:sldId id="257"/>
          </p14:sldIdLst>
        </p14:section>
        <p14:section name="Solution" id="{43b8f4cc-38f7-3f14-0f8e-10a2e63040dc}">
          <p14:sldIdLst>
            <p14:sldId id="258"/>
            <p14:sldId id="259"/>
          </p14:sldIdLst>
        </p14:section>
        <p14:section name="Evidence" id="{5dd93b02-df06-01e9-91b1-2cb2787d13fc}">
          <p14:sldIdLst>
            <p14:sldId id="260"/>
            <p14:sldId id="261"/>
            <p14:sldId id="262"/>
          </p14:sldIdLst>
        </p14:section>
        <p14:section name="Impact" id="{cf32b56e-4ac5-8c3f-9e98-7fecd22fcf3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56</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56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56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109 tests, 94 percent line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bankism-ten.vercel.app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56</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move money wrongly (attacker-caused, unsaved payee, or over ₹10,000 without OTP)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109 automated tests  ·  94% line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bankism-ten.vercel.app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2026-10-12T10:51:18Z</dcterms:created>
  <dcterms:modified xsi:type="dcterms:W3CDTF">2026-10-12T10:51:18Z</dcterms:modified>
</cp:coreProperties>
</file>